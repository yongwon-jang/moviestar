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80" r:id="rId3"/>
    <p:sldId id="275" r:id="rId4"/>
    <p:sldId id="305" r:id="rId5"/>
    <p:sldId id="306" r:id="rId6"/>
    <p:sldId id="307" r:id="rId7"/>
    <p:sldId id="308" r:id="rId8"/>
    <p:sldId id="314" r:id="rId9"/>
    <p:sldId id="309" r:id="rId10"/>
    <p:sldId id="311" r:id="rId11"/>
    <p:sldId id="315" r:id="rId12"/>
    <p:sldId id="31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DFBA"/>
    <a:srgbClr val="3D3D3D"/>
    <a:srgbClr val="584C46"/>
    <a:srgbClr val="867A6C"/>
    <a:srgbClr val="A1978B"/>
    <a:srgbClr val="F08820"/>
    <a:srgbClr val="4F4F4F"/>
    <a:srgbClr val="F5B96D"/>
    <a:srgbClr val="F0CAB6"/>
    <a:srgbClr val="090C1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4" d="100"/>
          <a:sy n="74" d="100"/>
        </p:scale>
        <p:origin x="-36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175F7-7FD9-42BA-B265-92B93E505651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48300-B0A2-4E77-8B18-9C943724C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86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BB00A10-C65B-4582-B5D4-24A29E561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DC7ADB5D-9246-49FD-8A52-BC7A81694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4219607-49A7-44A0-8744-F2605B86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4EB094F-0F19-47DC-B51B-F0324814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CEE6869-EE87-4E9C-81A4-4527F3CC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4956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C52FAA5-F5D0-4093-BBA5-CD80C186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60AD3B9-9C2F-4B29-A060-3E36B915C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8D0002E-2305-4EC5-9C5A-A977D7B2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6B18606-F579-48B5-A59B-0C68B055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F75012D-9860-4895-89D8-1CC627E5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33597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08224E2-918D-4F7E-9870-42932F3F1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1C32F707-391B-49D6-A1A2-15D5A1595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ECFA0D8-69CA-457A-9280-FDF69227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2E51D4F-AA80-4C40-91B3-2A022695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84CF20F-28B0-42D0-954E-C37AE977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67215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1DE38BB-582C-40A5-8641-6FA0E3D1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4ACF9C2-1537-4303-A3CE-16E809F89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B07108E2-AF71-4346-8E41-167405037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ED4CACEB-E99F-48C0-94CB-81909F49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8E5645C-0BC9-4D62-B46A-49F23383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C086980-6520-4F49-80AD-803A825E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2351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FACE083-FED7-4138-A583-8A5DA71D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A9C5116A-C564-4B1B-8A1D-3C09ABA3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5C1FE990-16D9-4DF3-9B27-6E8B85EEA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6B3B254D-4BB4-4EA0-BCEB-4BC3B036C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1520C-6CAF-4CFD-B77A-F0D0AF80B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05D32254-73D8-43C7-BA3A-97157DDE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8DF21F92-683C-43D1-9354-D24A7F0D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75FE0F1D-CA62-49E0-9ECA-FB9289CD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81212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5AB11BD-3930-44CB-92AA-B7CA9648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0F70823-BFC8-40FC-B6FC-98003DED0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72287337-73E0-468F-ACB2-648D6986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66E032DC-0203-4A3B-8DD9-AF3B1B66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88906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357FBA9C-B26A-4FF1-98A8-30536809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24CFE30C-D37B-40AD-BCCF-3CAF1DB0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5AC845E5-D04C-42C2-B2BF-825CDCC0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865B53D-226B-4CF4-9AC7-BF7890C2F655}"/>
              </a:ext>
            </a:extLst>
          </p:cNvPr>
          <p:cNvSpPr txBox="1"/>
          <p:nvPr userDrawn="1"/>
        </p:nvSpPr>
        <p:spPr>
          <a:xfrm>
            <a:off x="10032313" y="6588607"/>
            <a:ext cx="21691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74359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CCF31E8-B379-47A5-9B29-03D429AA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39944B5-5009-475E-8C80-B5CDFC34B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C2B0050-989C-465D-8C14-87FA763E4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ECC38039-8CE2-42CF-9125-A32CA77A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DB81404-0B1B-46D9-B801-ED8354EE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C77D291-D604-44A4-A417-9D2C3201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44843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B2C2B8C-D6A2-433F-90B6-7C5DF57E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96E8BFEA-DF07-4111-838B-712BBC97C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1F55340A-1375-4D4F-9BDF-9020B2039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C66370A-DF48-4C5B-8F1A-14039EF8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C64D4D7-7CB6-4133-9EBD-86FDB3CE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4DBE2A0-99D3-4016-B648-751C510E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3715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073705B-459D-4F3E-A045-E1002C4A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891D24FB-0973-4974-95C1-0EAA2F19F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FD5CC95F-C804-4132-B324-CC89C963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54A6E3D-A787-454C-B433-9053C18E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1249181-E770-4CD9-8DFE-B3F14F16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2418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BB1D4F30-672E-42CB-BC78-487C85E72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1C63BB6D-3767-4A9A-941F-1F229EF67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6FD5A74F-43E9-4042-8465-2E14BBB1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DAF8E29D-C9F4-40BD-9172-A7965414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A62DBFF-BA66-4A86-A706-F4E32068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81677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7C525C34-9ABD-4A5F-940A-38C1DF0E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72BD092-0C79-404B-BCF7-AB6EC679E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6061468-CA63-4833-9180-4A0D54D79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C481-D572-4747-A891-2FA4D5DEC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10D4674C-8B1B-47B6-B9B3-D63837621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8A7B107-0359-4ED4-B77A-E1274C87B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5572D-DCC5-4511-A3D5-618DAD617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27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6810735C-E88D-490F-B3C1-30B3BE73F7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22CE6D2-4747-4B13-B901-C0D448EC8D84}"/>
              </a:ext>
            </a:extLst>
          </p:cNvPr>
          <p:cNvSpPr txBox="1"/>
          <p:nvPr/>
        </p:nvSpPr>
        <p:spPr>
          <a:xfrm>
            <a:off x="3990303" y="2875002"/>
            <a:ext cx="42114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spc="-300" dirty="0" smtClean="0">
                <a:solidFill>
                  <a:srgbClr val="A1978B"/>
                </a:solidFill>
                <a:latin typeface="+mj-ea"/>
                <a:ea typeface="+mj-ea"/>
              </a:rPr>
              <a:t>영화</a:t>
            </a:r>
            <a:r>
              <a:rPr lang="en-US" altLang="ko-KR" sz="6000" b="1" spc="-300" dirty="0" smtClean="0">
                <a:solidFill>
                  <a:srgbClr val="A1978B"/>
                </a:solidFill>
                <a:latin typeface="+mj-lt"/>
              </a:rPr>
              <a:t> </a:t>
            </a:r>
            <a:r>
              <a:rPr lang="ko-KR" altLang="en-US" sz="6600" b="1" spc="-300" dirty="0" err="1" smtClean="0">
                <a:solidFill>
                  <a:schemeClr val="accent1"/>
                </a:solidFill>
                <a:latin typeface="+mj-lt"/>
              </a:rPr>
              <a:t>별다</a:t>
            </a:r>
            <a:r>
              <a:rPr lang="ko-KR" altLang="en-US" sz="6600" b="1" spc="-300" dirty="0" err="1">
                <a:solidFill>
                  <a:schemeClr val="accent1"/>
                </a:solidFill>
                <a:latin typeface="+mj-lt"/>
              </a:rPr>
              <a:t>방</a:t>
            </a:r>
            <a:endParaRPr lang="ko-KR" altLang="en-US" sz="6000" b="1" spc="-3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양쪽 대괄호 4">
            <a:extLst>
              <a:ext uri="{FF2B5EF4-FFF2-40B4-BE49-F238E27FC236}">
                <a16:creationId xmlns="" xmlns:a16="http://schemas.microsoft.com/office/drawing/2014/main" id="{5ADE8F7E-E602-454D-9005-3DC5C24B248D}"/>
              </a:ext>
            </a:extLst>
          </p:cNvPr>
          <p:cNvSpPr/>
          <p:nvPr/>
        </p:nvSpPr>
        <p:spPr>
          <a:xfrm>
            <a:off x="2905125" y="2311400"/>
            <a:ext cx="6429376" cy="2235200"/>
          </a:xfrm>
          <a:prstGeom prst="bracketPair">
            <a:avLst>
              <a:gd name="adj" fmla="val 12122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836DD55-5788-46EF-B2F4-2C87FA99E444}"/>
              </a:ext>
            </a:extLst>
          </p:cNvPr>
          <p:cNvSpPr txBox="1"/>
          <p:nvPr/>
        </p:nvSpPr>
        <p:spPr>
          <a:xfrm flipH="1">
            <a:off x="4960619" y="2408535"/>
            <a:ext cx="227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장용원 </a:t>
            </a:r>
            <a:r>
              <a:rPr lang="en-US" altLang="ko-KR" dirty="0" smtClean="0"/>
              <a:t>X </a:t>
            </a:r>
            <a:r>
              <a:rPr lang="ko-KR" altLang="en-US" dirty="0" smtClean="0"/>
              <a:t>조영우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36964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7D3F710-7B58-485E-8AC0-9C986D142A4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0470470C-C148-4468-8A9A-F56A9CD760C9}"/>
              </a:ext>
            </a:extLst>
          </p:cNvPr>
          <p:cNvCxnSpPr>
            <a:cxnSpLocks/>
          </p:cNvCxnSpPr>
          <p:nvPr/>
        </p:nvCxnSpPr>
        <p:spPr>
          <a:xfrm>
            <a:off x="762000" y="1432560"/>
            <a:ext cx="6858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C6CB969-1120-4C8A-9253-B5098F5D1224}"/>
              </a:ext>
            </a:extLst>
          </p:cNvPr>
          <p:cNvSpPr txBox="1"/>
          <p:nvPr/>
        </p:nvSpPr>
        <p:spPr>
          <a:xfrm>
            <a:off x="690880" y="497840"/>
            <a:ext cx="12105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목차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="" xmlns:a16="http://schemas.microsoft.com/office/drawing/2014/main" id="{22C274AC-A7F1-434D-8B65-FC226691A153}"/>
              </a:ext>
            </a:extLst>
          </p:cNvPr>
          <p:cNvGrpSpPr/>
          <p:nvPr/>
        </p:nvGrpSpPr>
        <p:grpSpPr>
          <a:xfrm>
            <a:off x="1975899" y="2167672"/>
            <a:ext cx="3697984" cy="584775"/>
            <a:chOff x="762000" y="1863785"/>
            <a:chExt cx="3697984" cy="584775"/>
          </a:xfrm>
        </p:grpSpPr>
        <p:grpSp>
          <p:nvGrpSpPr>
            <p:cNvPr id="9" name="그룹 8">
              <a:extLst>
                <a:ext uri="{FF2B5EF4-FFF2-40B4-BE49-F238E27FC236}">
                  <a16:creationId xmlns="" xmlns:a16="http://schemas.microsoft.com/office/drawing/2014/main" id="{7ED28F61-1A51-429D-A459-3D5A9F641085}"/>
                </a:ext>
              </a:extLst>
            </p:cNvPr>
            <p:cNvGrpSpPr/>
            <p:nvPr/>
          </p:nvGrpSpPr>
          <p:grpSpPr>
            <a:xfrm>
              <a:off x="762000" y="1863785"/>
              <a:ext cx="558800" cy="584775"/>
              <a:chOff x="762000" y="1863785"/>
              <a:chExt cx="558800" cy="584775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="" xmlns:a16="http://schemas.microsoft.com/office/drawing/2014/main" id="{597F0557-9BD7-4D9D-B468-B80C2650A1E8}"/>
                  </a:ext>
                </a:extLst>
              </p:cNvPr>
              <p:cNvSpPr/>
              <p:nvPr/>
            </p:nvSpPr>
            <p:spPr>
              <a:xfrm>
                <a:off x="762000" y="1889760"/>
                <a:ext cx="558800" cy="558800"/>
              </a:xfrm>
              <a:prstGeom prst="rect">
                <a:avLst/>
              </a:prstGeom>
              <a:solidFill>
                <a:srgbClr val="A197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440CE47E-55AC-4E84-BE5D-798F3A039D94}"/>
                  </a:ext>
                </a:extLst>
              </p:cNvPr>
              <p:cNvSpPr txBox="1"/>
              <p:nvPr/>
            </p:nvSpPr>
            <p:spPr>
              <a:xfrm>
                <a:off x="833082" y="1863785"/>
                <a:ext cx="4122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chemeClr val="accent1"/>
                    </a:solidFill>
                  </a:rPr>
                  <a:t>1</a:t>
                </a:r>
                <a:endParaRPr lang="ko-KR" altLang="en-US" sz="32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AB25649D-112D-4C51-95D6-E20B65A6C2FC}"/>
                </a:ext>
              </a:extLst>
            </p:cNvPr>
            <p:cNvSpPr txBox="1"/>
            <p:nvPr/>
          </p:nvSpPr>
          <p:spPr>
            <a:xfrm>
              <a:off x="1564640" y="1894265"/>
              <a:ext cx="28953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300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팀원 역할 및 </a:t>
              </a:r>
              <a:r>
                <a:rPr lang="en-US" altLang="ko-KR" sz="2800" spc="-300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INTRO</a:t>
              </a:r>
              <a:endParaRPr lang="ko-KR" altLang="en-US" sz="2800" spc="-3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="" xmlns:a16="http://schemas.microsoft.com/office/drawing/2014/main" id="{F96BE8EC-E699-4257-94A7-EC70EB7827E6}"/>
              </a:ext>
            </a:extLst>
          </p:cNvPr>
          <p:cNvGrpSpPr/>
          <p:nvPr/>
        </p:nvGrpSpPr>
        <p:grpSpPr>
          <a:xfrm>
            <a:off x="1975899" y="3588030"/>
            <a:ext cx="1630111" cy="584775"/>
            <a:chOff x="762000" y="1863785"/>
            <a:chExt cx="1630111" cy="584775"/>
          </a:xfrm>
        </p:grpSpPr>
        <p:grpSp>
          <p:nvGrpSpPr>
            <p:cNvPr id="18" name="그룹 17">
              <a:extLst>
                <a:ext uri="{FF2B5EF4-FFF2-40B4-BE49-F238E27FC236}">
                  <a16:creationId xmlns="" xmlns:a16="http://schemas.microsoft.com/office/drawing/2014/main" id="{CC6F0045-D553-426D-9038-943222D65674}"/>
                </a:ext>
              </a:extLst>
            </p:cNvPr>
            <p:cNvGrpSpPr/>
            <p:nvPr/>
          </p:nvGrpSpPr>
          <p:grpSpPr>
            <a:xfrm>
              <a:off x="762000" y="1863785"/>
              <a:ext cx="558800" cy="584775"/>
              <a:chOff x="762000" y="1863785"/>
              <a:chExt cx="558800" cy="584775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="" xmlns:a16="http://schemas.microsoft.com/office/drawing/2014/main" id="{11EAD84B-7396-4397-BCFD-C30B22CCCB43}"/>
                  </a:ext>
                </a:extLst>
              </p:cNvPr>
              <p:cNvSpPr/>
              <p:nvPr/>
            </p:nvSpPr>
            <p:spPr>
              <a:xfrm>
                <a:off x="762000" y="1889760"/>
                <a:ext cx="558800" cy="558800"/>
              </a:xfrm>
              <a:prstGeom prst="rect">
                <a:avLst/>
              </a:prstGeom>
              <a:solidFill>
                <a:srgbClr val="A197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="" xmlns:a16="http://schemas.microsoft.com/office/drawing/2014/main" id="{5CB3EDE5-1E6A-432C-8487-05EB221B7AD9}"/>
                  </a:ext>
                </a:extLst>
              </p:cNvPr>
              <p:cNvSpPr txBox="1"/>
              <p:nvPr/>
            </p:nvSpPr>
            <p:spPr>
              <a:xfrm>
                <a:off x="833082" y="1863785"/>
                <a:ext cx="4122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chemeClr val="accent1"/>
                    </a:solidFill>
                  </a:rPr>
                  <a:t>2</a:t>
                </a:r>
                <a:endParaRPr lang="ko-KR" altLang="en-US" sz="32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8B03935-0B53-4F02-9707-BA4BD9B44115}"/>
                </a:ext>
              </a:extLst>
            </p:cNvPr>
            <p:cNvSpPr txBox="1"/>
            <p:nvPr/>
          </p:nvSpPr>
          <p:spPr>
            <a:xfrm>
              <a:off x="1564640" y="1894265"/>
              <a:ext cx="8274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spc="-300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ERD</a:t>
              </a:r>
              <a:endParaRPr lang="ko-KR" altLang="en-US" sz="2800" spc="-3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C96342F4-C3BD-4B6C-A776-D333B5B788D0}"/>
              </a:ext>
            </a:extLst>
          </p:cNvPr>
          <p:cNvGrpSpPr/>
          <p:nvPr/>
        </p:nvGrpSpPr>
        <p:grpSpPr>
          <a:xfrm>
            <a:off x="1975899" y="5024154"/>
            <a:ext cx="2712137" cy="584775"/>
            <a:chOff x="762000" y="1863785"/>
            <a:chExt cx="2712137" cy="584775"/>
          </a:xfrm>
        </p:grpSpPr>
        <p:grpSp>
          <p:nvGrpSpPr>
            <p:cNvPr id="23" name="그룹 22">
              <a:extLst>
                <a:ext uri="{FF2B5EF4-FFF2-40B4-BE49-F238E27FC236}">
                  <a16:creationId xmlns="" xmlns:a16="http://schemas.microsoft.com/office/drawing/2014/main" id="{1D172D2C-CA5B-4376-B2C2-832A7F64DF96}"/>
                </a:ext>
              </a:extLst>
            </p:cNvPr>
            <p:cNvGrpSpPr/>
            <p:nvPr/>
          </p:nvGrpSpPr>
          <p:grpSpPr>
            <a:xfrm>
              <a:off x="762000" y="1863785"/>
              <a:ext cx="558800" cy="584775"/>
              <a:chOff x="762000" y="1863785"/>
              <a:chExt cx="558800" cy="584775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="" xmlns:a16="http://schemas.microsoft.com/office/drawing/2014/main" id="{0E2E27A1-1C72-4D34-A0AE-2F196BD63C4C}"/>
                  </a:ext>
                </a:extLst>
              </p:cNvPr>
              <p:cNvSpPr/>
              <p:nvPr/>
            </p:nvSpPr>
            <p:spPr>
              <a:xfrm>
                <a:off x="762000" y="1889760"/>
                <a:ext cx="558800" cy="558800"/>
              </a:xfrm>
              <a:prstGeom prst="rect">
                <a:avLst/>
              </a:prstGeom>
              <a:solidFill>
                <a:srgbClr val="A197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A2E8A70C-BDC5-4BDC-A295-87B306241E71}"/>
                  </a:ext>
                </a:extLst>
              </p:cNvPr>
              <p:cNvSpPr txBox="1"/>
              <p:nvPr/>
            </p:nvSpPr>
            <p:spPr>
              <a:xfrm>
                <a:off x="833082" y="1863785"/>
                <a:ext cx="4122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chemeClr val="accent1"/>
                    </a:solidFill>
                  </a:rPr>
                  <a:t>3</a:t>
                </a:r>
                <a:endParaRPr lang="ko-KR" altLang="en-US" sz="32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C463DC6-C5E7-41DA-9E6D-1F7700ABCA96}"/>
                </a:ext>
              </a:extLst>
            </p:cNvPr>
            <p:cNvSpPr txBox="1"/>
            <p:nvPr/>
          </p:nvSpPr>
          <p:spPr>
            <a:xfrm>
              <a:off x="1564640" y="1894265"/>
              <a:ext cx="19094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300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기능 및 구현</a:t>
              </a:r>
              <a:endParaRPr lang="ko-KR" altLang="en-US" sz="2800" spc="-3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67211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A1094099-0248-404A-8CDB-139F043EDB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6247D6CE-BA2E-46E2-89D6-89FA79A1D851}"/>
              </a:ext>
            </a:extLst>
          </p:cNvPr>
          <p:cNvSpPr/>
          <p:nvPr/>
        </p:nvSpPr>
        <p:spPr>
          <a:xfrm>
            <a:off x="8470900" y="1809000"/>
            <a:ext cx="3240000" cy="32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93F0F0C-C5E3-4682-8D78-FD46948BF7A4}"/>
              </a:ext>
            </a:extLst>
          </p:cNvPr>
          <p:cNvSpPr txBox="1"/>
          <p:nvPr/>
        </p:nvSpPr>
        <p:spPr>
          <a:xfrm>
            <a:off x="8763000" y="2962871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1,</a:t>
            </a:r>
            <a:endParaRPr lang="ko-KR" alt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9920063-C82B-43AF-890C-5C33C354C0F9}"/>
              </a:ext>
            </a:extLst>
          </p:cNvPr>
          <p:cNvSpPr txBox="1"/>
          <p:nvPr/>
        </p:nvSpPr>
        <p:spPr>
          <a:xfrm>
            <a:off x="8762999" y="3424536"/>
            <a:ext cx="276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3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팀원 역할 </a:t>
            </a:r>
            <a:r>
              <a:rPr lang="en-US" altLang="ko-KR" sz="2800" spc="-3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, INTRO</a:t>
            </a:r>
          </a:p>
        </p:txBody>
      </p:sp>
    </p:spTree>
    <p:extLst>
      <p:ext uri="{BB962C8B-B14F-4D97-AF65-F5344CB8AC3E}">
        <p14:creationId xmlns:p14="http://schemas.microsoft.com/office/powerpoint/2010/main" val="52949644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FACFB5B0-E69F-4779-A51C-37FDA8FF4EF3}"/>
              </a:ext>
            </a:extLst>
          </p:cNvPr>
          <p:cNvSpPr/>
          <p:nvPr/>
        </p:nvSpPr>
        <p:spPr>
          <a:xfrm>
            <a:off x="0" y="1"/>
            <a:ext cx="12192000" cy="956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="" xmlns:a16="http://schemas.microsoft.com/office/drawing/2014/main" id="{48AC441A-4400-47F5-9EE6-0FAA046EFB1D}"/>
              </a:ext>
            </a:extLst>
          </p:cNvPr>
          <p:cNvCxnSpPr>
            <a:cxnSpLocks/>
          </p:cNvCxnSpPr>
          <p:nvPr/>
        </p:nvCxnSpPr>
        <p:spPr>
          <a:xfrm>
            <a:off x="271249" y="2893946"/>
            <a:ext cx="11920751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="" xmlns:a16="http://schemas.microsoft.com/office/drawing/2014/main" id="{664FC01F-EF01-447E-87DC-0C61E61FC970}"/>
              </a:ext>
            </a:extLst>
          </p:cNvPr>
          <p:cNvCxnSpPr>
            <a:cxnSpLocks/>
          </p:cNvCxnSpPr>
          <p:nvPr/>
        </p:nvCxnSpPr>
        <p:spPr>
          <a:xfrm>
            <a:off x="271249" y="4840452"/>
            <a:ext cx="11920751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="" xmlns:a16="http://schemas.microsoft.com/office/drawing/2014/main" id="{7F58B4CA-C077-41DB-98E0-2A4B3BF5019B}"/>
              </a:ext>
            </a:extLst>
          </p:cNvPr>
          <p:cNvGrpSpPr/>
          <p:nvPr/>
        </p:nvGrpSpPr>
        <p:grpSpPr>
          <a:xfrm>
            <a:off x="309001" y="1175332"/>
            <a:ext cx="11142263" cy="1201276"/>
            <a:chOff x="1537048" y="1513659"/>
            <a:chExt cx="10533031" cy="1201276"/>
          </a:xfrm>
        </p:grpSpPr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4D61A377-4BA4-4A78-AF3E-D3A3C81EB450}"/>
                </a:ext>
              </a:extLst>
            </p:cNvPr>
            <p:cNvSpPr txBox="1"/>
            <p:nvPr/>
          </p:nvSpPr>
          <p:spPr>
            <a:xfrm>
              <a:off x="1537048" y="1559825"/>
              <a:ext cx="174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7658FE72-0984-4D30-B113-1B6B4B454C1D}"/>
                </a:ext>
              </a:extLst>
            </p:cNvPr>
            <p:cNvSpPr txBox="1"/>
            <p:nvPr/>
          </p:nvSpPr>
          <p:spPr>
            <a:xfrm>
              <a:off x="3076354" y="1513659"/>
              <a:ext cx="30196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 smtClean="0">
                  <a:latin typeface="+mj-ea"/>
                  <a:ea typeface="+mj-ea"/>
                </a:rPr>
                <a:t>개요</a:t>
              </a:r>
              <a:endParaRPr lang="ko-KR" altLang="en-US" sz="2800" b="1" dirty="0">
                <a:latin typeface="+mj-ea"/>
                <a:ea typeface="+mj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6E0ABDBC-F548-441A-B342-4F67CEDEBC15}"/>
                </a:ext>
              </a:extLst>
            </p:cNvPr>
            <p:cNvSpPr txBox="1"/>
            <p:nvPr/>
          </p:nvSpPr>
          <p:spPr>
            <a:xfrm>
              <a:off x="3076353" y="2058858"/>
              <a:ext cx="8993726" cy="656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 smtClean="0"/>
                <a:t>우주에 수많은 별들처럼 인터넷에 돌아다니는 수많은 영화들을 볼 수 있는 </a:t>
              </a:r>
              <a:r>
                <a:rPr lang="en-US" altLang="ko-KR" sz="1600" spc="-150" dirty="0" smtClean="0"/>
                <a:t>‘</a:t>
              </a:r>
              <a:r>
                <a:rPr lang="ko-KR" altLang="en-US" sz="1600" spc="-150" dirty="0" smtClean="0"/>
                <a:t>영화 </a:t>
              </a:r>
              <a:r>
                <a:rPr lang="ko-KR" altLang="en-US" sz="1600" spc="-150" dirty="0" err="1" smtClean="0"/>
                <a:t>별다방</a:t>
              </a:r>
              <a:r>
                <a:rPr lang="en-US" altLang="ko-KR" sz="1600" spc="-150" dirty="0" smtClean="0"/>
                <a:t>’ </a:t>
              </a:r>
              <a:r>
                <a:rPr lang="ko-KR" altLang="en-US" sz="1600" spc="-150" dirty="0" smtClean="0"/>
                <a:t>이라는 사이트 구현</a:t>
              </a:r>
              <a:endParaRPr lang="en-US" altLang="ko-KR" sz="1600" spc="-150" dirty="0" smtClean="0"/>
            </a:p>
            <a:p>
              <a:pPr algn="just">
                <a:lnSpc>
                  <a:spcPct val="120000"/>
                </a:lnSpc>
              </a:pPr>
              <a:r>
                <a:rPr lang="ko-KR" altLang="en-US" sz="1600" spc="-150" dirty="0" smtClean="0"/>
                <a:t>사용자 </a:t>
              </a:r>
              <a:r>
                <a:rPr lang="ko-KR" altLang="en-US" sz="1600" spc="-150" dirty="0" err="1" smtClean="0"/>
                <a:t>좋아요에</a:t>
              </a:r>
              <a:r>
                <a:rPr lang="ko-KR" altLang="en-US" sz="1600" spc="-150" dirty="0" smtClean="0"/>
                <a:t> 기반하여 본인에게 알맞은 영화를 </a:t>
              </a:r>
              <a:r>
                <a:rPr lang="ko-KR" altLang="en-US" sz="1600" spc="-150" dirty="0" err="1" smtClean="0"/>
                <a:t>추천받을</a:t>
              </a:r>
              <a:r>
                <a:rPr lang="ko-KR" altLang="en-US" sz="1600" spc="-150" dirty="0" smtClean="0"/>
                <a:t> 수 있음</a:t>
              </a:r>
              <a:r>
                <a:rPr lang="en-US" altLang="ko-KR" sz="1600" spc="-150" dirty="0" smtClean="0"/>
                <a:t>.</a:t>
              </a:r>
              <a:endParaRPr lang="ko-KR" altLang="en-US" sz="1600" spc="-150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="" xmlns:a16="http://schemas.microsoft.com/office/drawing/2014/main" id="{257B91E6-C093-4688-958D-32BA63EEA22F}"/>
              </a:ext>
            </a:extLst>
          </p:cNvPr>
          <p:cNvGrpSpPr/>
          <p:nvPr/>
        </p:nvGrpSpPr>
        <p:grpSpPr>
          <a:xfrm>
            <a:off x="1937340" y="3121837"/>
            <a:ext cx="9513924" cy="1201276"/>
            <a:chOff x="3076354" y="1513659"/>
            <a:chExt cx="8993726" cy="1201276"/>
          </a:xfrm>
        </p:grpSpPr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68E69822-967C-4C52-9C2A-CF25C08AA9CA}"/>
                </a:ext>
              </a:extLst>
            </p:cNvPr>
            <p:cNvSpPr txBox="1"/>
            <p:nvPr/>
          </p:nvSpPr>
          <p:spPr>
            <a:xfrm>
              <a:off x="3076354" y="1513659"/>
              <a:ext cx="30196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 smtClean="0">
                  <a:latin typeface="+mj-ea"/>
                  <a:ea typeface="+mj-ea"/>
                </a:rPr>
                <a:t>조영</a:t>
              </a:r>
              <a:r>
                <a:rPr lang="ko-KR" altLang="en-US" sz="2800" b="1" dirty="0">
                  <a:latin typeface="+mj-ea"/>
                  <a:ea typeface="+mj-ea"/>
                </a:rPr>
                <a:t>우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EABD662F-05A1-40F9-A99C-4BB6022A71B1}"/>
                </a:ext>
              </a:extLst>
            </p:cNvPr>
            <p:cNvSpPr txBox="1"/>
            <p:nvPr/>
          </p:nvSpPr>
          <p:spPr>
            <a:xfrm>
              <a:off x="3076354" y="2058858"/>
              <a:ext cx="8993726" cy="656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 smtClean="0"/>
                <a:t>영화 데이터를 활용하여 사용자 좋아요 기반 영화 추천 기능 구현</a:t>
              </a:r>
              <a:endParaRPr lang="en-US" altLang="ko-KR" sz="1600" spc="-150" dirty="0"/>
            </a:p>
            <a:p>
              <a:pPr algn="just">
                <a:lnSpc>
                  <a:spcPct val="120000"/>
                </a:lnSpc>
              </a:pPr>
              <a:r>
                <a:rPr lang="ko-KR" altLang="en-US" sz="1600" spc="-150" dirty="0" smtClean="0"/>
                <a:t>인기순</a:t>
              </a:r>
              <a:r>
                <a:rPr lang="en-US" altLang="ko-KR" sz="1600" spc="-150" dirty="0" smtClean="0"/>
                <a:t>, </a:t>
              </a:r>
              <a:r>
                <a:rPr lang="ko-KR" altLang="en-US" sz="1600" spc="-150" dirty="0" smtClean="0"/>
                <a:t>조회순</a:t>
              </a:r>
              <a:r>
                <a:rPr lang="en-US" altLang="ko-KR" sz="1600" spc="-150" dirty="0" smtClean="0"/>
                <a:t>, </a:t>
              </a:r>
              <a:r>
                <a:rPr lang="ko-KR" altLang="en-US" sz="1600" spc="-150" dirty="0" err="1" smtClean="0"/>
                <a:t>평점순</a:t>
              </a:r>
              <a:r>
                <a:rPr lang="ko-KR" altLang="en-US" sz="1600" spc="-150" dirty="0" smtClean="0"/>
                <a:t> 영화 추천 기능 구현</a:t>
              </a:r>
              <a:endParaRPr lang="en-US" altLang="ko-KR" sz="1600" spc="-150" dirty="0" smtClean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="" xmlns:a16="http://schemas.microsoft.com/office/drawing/2014/main" id="{A71B5C3B-5FA7-46A7-A5D6-B67BC3E44535}"/>
              </a:ext>
            </a:extLst>
          </p:cNvPr>
          <p:cNvGrpSpPr/>
          <p:nvPr/>
        </p:nvGrpSpPr>
        <p:grpSpPr>
          <a:xfrm>
            <a:off x="1937340" y="5038902"/>
            <a:ext cx="9513924" cy="1228463"/>
            <a:chOff x="3076354" y="1513659"/>
            <a:chExt cx="8993726" cy="1228463"/>
          </a:xfrm>
        </p:grpSpPr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1089D052-5A1A-40EB-B2DF-DB1CC389E813}"/>
                </a:ext>
              </a:extLst>
            </p:cNvPr>
            <p:cNvSpPr txBox="1"/>
            <p:nvPr/>
          </p:nvSpPr>
          <p:spPr>
            <a:xfrm>
              <a:off x="3076354" y="1513659"/>
              <a:ext cx="30196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+mj-ea"/>
                  <a:ea typeface="+mj-ea"/>
                </a:rPr>
                <a:t>장용원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="" xmlns:a16="http://schemas.microsoft.com/office/drawing/2014/main" id="{50D61F60-5264-4FC7-9572-FC47766C7E17}"/>
                </a:ext>
              </a:extLst>
            </p:cNvPr>
            <p:cNvSpPr txBox="1"/>
            <p:nvPr/>
          </p:nvSpPr>
          <p:spPr>
            <a:xfrm>
              <a:off x="3076354" y="2058858"/>
              <a:ext cx="8993726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600" spc="-150" dirty="0"/>
                <a:t>영화 리뷰 작성 및 회원 가입 서비스 </a:t>
              </a:r>
              <a:r>
                <a:rPr lang="ko-KR" altLang="en-US" sz="1600" spc="-150" dirty="0" smtClean="0"/>
                <a:t>구현</a:t>
              </a:r>
              <a:endParaRPr lang="en-US" altLang="ko-KR" sz="1600" spc="-150" dirty="0" smtClean="0"/>
            </a:p>
            <a:p>
              <a:pPr algn="just">
                <a:lnSpc>
                  <a:spcPct val="120000"/>
                </a:lnSpc>
              </a:pPr>
              <a:r>
                <a:rPr lang="ko-KR" altLang="en-US" sz="1600" spc="-150" dirty="0" smtClean="0"/>
                <a:t>사용자가 사용하기 쉽도록 홈페이지 구성 </a:t>
              </a:r>
              <a:endParaRPr lang="ko-KR" altLang="en-US" sz="1600" spc="-15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455388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9CE5FB80-243E-4DC3-A0B3-8B0C5C60F3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6247D6CE-BA2E-46E2-89D6-89FA79A1D851}"/>
              </a:ext>
            </a:extLst>
          </p:cNvPr>
          <p:cNvSpPr/>
          <p:nvPr/>
        </p:nvSpPr>
        <p:spPr>
          <a:xfrm>
            <a:off x="8470900" y="1809000"/>
            <a:ext cx="3240000" cy="32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93F0F0C-C5E3-4682-8D78-FD46948BF7A4}"/>
              </a:ext>
            </a:extLst>
          </p:cNvPr>
          <p:cNvSpPr txBox="1"/>
          <p:nvPr/>
        </p:nvSpPr>
        <p:spPr>
          <a:xfrm>
            <a:off x="8763000" y="2962871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2,</a:t>
            </a:r>
            <a:endParaRPr lang="ko-KR" alt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9920063-C82B-43AF-890C-5C33C354C0F9}"/>
              </a:ext>
            </a:extLst>
          </p:cNvPr>
          <p:cNvSpPr txBox="1"/>
          <p:nvPr/>
        </p:nvSpPr>
        <p:spPr>
          <a:xfrm>
            <a:off x="8763000" y="3424536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ERD</a:t>
            </a:r>
            <a:endParaRPr lang="ko-KR" altLang="en-US" sz="2800" spc="-3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78267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FACFB5B0-E69F-4779-A51C-37FDA8FF4EF3}"/>
              </a:ext>
            </a:extLst>
          </p:cNvPr>
          <p:cNvSpPr/>
          <p:nvPr/>
        </p:nvSpPr>
        <p:spPr>
          <a:xfrm>
            <a:off x="0" y="1"/>
            <a:ext cx="12192000" cy="956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62C461E-39CA-45ED-B914-2B4D6D0A696C}"/>
              </a:ext>
            </a:extLst>
          </p:cNvPr>
          <p:cNvSpPr txBox="1"/>
          <p:nvPr/>
        </p:nvSpPr>
        <p:spPr>
          <a:xfrm>
            <a:off x="967236" y="127626"/>
            <a:ext cx="5128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ERD (model </a:t>
            </a:r>
            <a:r>
              <a:rPr lang="ko-KR" altLang="en-US" sz="3600" spc="-3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구성 요소</a:t>
            </a:r>
            <a:r>
              <a:rPr lang="en-US" altLang="ko-KR" sz="3600" spc="-3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3600" spc="-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2851894-F5B1-43CC-AA4D-37C88914C625}"/>
              </a:ext>
            </a:extLst>
          </p:cNvPr>
          <p:cNvSpPr txBox="1"/>
          <p:nvPr/>
        </p:nvSpPr>
        <p:spPr>
          <a:xfrm>
            <a:off x="127591" y="111943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Part 2,</a:t>
            </a:r>
            <a:endParaRPr lang="ko-KR" altLang="en-US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 descr="C:\Users\jang9\Desktop\erd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48" y="1135117"/>
            <a:ext cx="10909737" cy="543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16163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8DD45BE-C4D8-40BE-A1B6-D0176CA08E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16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6247D6CE-BA2E-46E2-89D6-89FA79A1D851}"/>
              </a:ext>
            </a:extLst>
          </p:cNvPr>
          <p:cNvSpPr/>
          <p:nvPr/>
        </p:nvSpPr>
        <p:spPr>
          <a:xfrm>
            <a:off x="546100" y="1809000"/>
            <a:ext cx="3240000" cy="32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93F0F0C-C5E3-4682-8D78-FD46948BF7A4}"/>
              </a:ext>
            </a:extLst>
          </p:cNvPr>
          <p:cNvSpPr txBox="1"/>
          <p:nvPr/>
        </p:nvSpPr>
        <p:spPr>
          <a:xfrm>
            <a:off x="838200" y="2962871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3,</a:t>
            </a:r>
            <a:endParaRPr lang="ko-KR" alt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9920063-C82B-43AF-890C-5C33C354C0F9}"/>
              </a:ext>
            </a:extLst>
          </p:cNvPr>
          <p:cNvSpPr txBox="1"/>
          <p:nvPr/>
        </p:nvSpPr>
        <p:spPr>
          <a:xfrm>
            <a:off x="838200" y="3424536"/>
            <a:ext cx="1909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3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기능 및 구현</a:t>
            </a:r>
            <a:endParaRPr lang="ko-KR" altLang="en-US" sz="2800" spc="-3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9011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FACFB5B0-E69F-4779-A51C-37FDA8FF4EF3}"/>
              </a:ext>
            </a:extLst>
          </p:cNvPr>
          <p:cNvSpPr/>
          <p:nvPr/>
        </p:nvSpPr>
        <p:spPr>
          <a:xfrm>
            <a:off x="0" y="1"/>
            <a:ext cx="12192000" cy="956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62C461E-39CA-45ED-B914-2B4D6D0A696C}"/>
              </a:ext>
            </a:extLst>
          </p:cNvPr>
          <p:cNvSpPr txBox="1"/>
          <p:nvPr/>
        </p:nvSpPr>
        <p:spPr>
          <a:xfrm>
            <a:off x="967236" y="127626"/>
            <a:ext cx="4114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Movies</a:t>
            </a:r>
            <a:endParaRPr lang="ko-KR" altLang="en-US" sz="3600" spc="-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55088" y="1108981"/>
            <a:ext cx="5428848" cy="2852057"/>
            <a:chOff x="720000" y="535023"/>
            <a:chExt cx="10800000" cy="5764977"/>
          </a:xfrm>
        </p:grpSpPr>
        <p:grpSp>
          <p:nvGrpSpPr>
            <p:cNvPr id="21" name="그룹 2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35023"/>
              <a:ext cx="10800000" cy="5764977"/>
              <a:chOff x="720000" y="535023"/>
              <a:chExt cx="10800000" cy="576497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모서리가 둥근 직사각형 28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5296229" y="535023"/>
                <a:ext cx="1599543" cy="3682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1200" dirty="0" smtClean="0"/>
                  <a:t>Home</a:t>
                </a:r>
                <a:endParaRPr lang="ko-KR" altLang="en-US" sz="1200" dirty="0"/>
              </a:p>
            </p:txBody>
          </p:sp>
        </p:grpSp>
        <p:pic>
          <p:nvPicPr>
            <p:cNvPr id="22" name="그림 2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096000" y="1113905"/>
            <a:ext cx="5428848" cy="2849595"/>
            <a:chOff x="720000" y="540000"/>
            <a:chExt cx="10800000" cy="5760000"/>
          </a:xfrm>
        </p:grpSpPr>
        <p:grpSp>
          <p:nvGrpSpPr>
            <p:cNvPr id="31" name="그룹 3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40000"/>
              <a:ext cx="10800000" cy="5760000"/>
              <a:chOff x="720000" y="540000"/>
              <a:chExt cx="10800000" cy="5760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모서리가 둥근 직사각형 33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5210194" y="540000"/>
                <a:ext cx="1771610" cy="36325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영화 검색</a:t>
                </a:r>
                <a:endParaRPr lang="ko-KR" altLang="en-US" sz="1200" dirty="0"/>
              </a:p>
            </p:txBody>
          </p:sp>
        </p:grpSp>
        <p:pic>
          <p:nvPicPr>
            <p:cNvPr id="32" name="그림 3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67152" y="3815337"/>
            <a:ext cx="5428848" cy="2849595"/>
            <a:chOff x="720000" y="540000"/>
            <a:chExt cx="10800000" cy="5760000"/>
          </a:xfrm>
        </p:grpSpPr>
        <p:grpSp>
          <p:nvGrpSpPr>
            <p:cNvPr id="36" name="그룹 35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40000"/>
              <a:ext cx="10800000" cy="5760000"/>
              <a:chOff x="720000" y="540000"/>
              <a:chExt cx="10800000" cy="5760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모서리가 둥근 직사각형 38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3884045" y="604452"/>
                <a:ext cx="4471910" cy="3682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1200" dirty="0" smtClean="0"/>
                  <a:t>Detail</a:t>
                </a:r>
                <a:endParaRPr lang="ko-KR" altLang="en-US" sz="1200" dirty="0"/>
              </a:p>
            </p:txBody>
          </p:sp>
        </p:grpSp>
        <p:pic>
          <p:nvPicPr>
            <p:cNvPr id="37" name="그림 36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096000" y="3810413"/>
            <a:ext cx="5428848" cy="2852057"/>
            <a:chOff x="720000" y="535023"/>
            <a:chExt cx="10800000" cy="5764977"/>
          </a:xfrm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35023"/>
              <a:ext cx="10800000" cy="5764977"/>
              <a:chOff x="720000" y="535023"/>
              <a:chExt cx="10800000" cy="5764977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모서리가 둥근 직사각형 43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4077955" y="535023"/>
                <a:ext cx="4036086" cy="37818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비슷한 장르의 영화 추천</a:t>
                </a:r>
                <a:endParaRPr lang="ko-KR" altLang="en-US" sz="1200" dirty="0"/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pic>
        <p:nvPicPr>
          <p:cNvPr id="45" name="그림 44">
            <a:extLst>
              <a:ext uri="{FF2B5EF4-FFF2-40B4-BE49-F238E27FC236}">
                <a16:creationId xmlns="" xmlns:a16="http://schemas.microsoft.com/office/drawing/2014/main" id="{BC48D68E-294D-47DB-AB4D-D83D38750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711" y="1386110"/>
            <a:ext cx="4267298" cy="239692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="" xmlns:a16="http://schemas.microsoft.com/office/drawing/2014/main" id="{561353A7-0BE3-444F-AB47-64B9D9FE3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863" y="4115125"/>
            <a:ext cx="4267298" cy="235207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="" xmlns:a16="http://schemas.microsoft.com/office/drawing/2014/main" id="{3991A03B-9095-4F97-AB2C-CCC45DC76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711" y="4115126"/>
            <a:ext cx="4267298" cy="235207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="" xmlns:a16="http://schemas.microsoft.com/office/drawing/2014/main" id="{1FBFAF4A-6C95-42B3-8AFE-D38B62ECE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798" y="1370310"/>
            <a:ext cx="4267299" cy="234949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="" xmlns:a16="http://schemas.microsoft.com/office/drawing/2014/main" id="{D3765395-6564-4A5C-B653-4CE23DC26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5863" y="4129413"/>
            <a:ext cx="4267298" cy="23622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="" xmlns:a16="http://schemas.microsoft.com/office/drawing/2014/main" id="{3E5C7630-31CE-4DC6-BD0F-87D071C67D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4711" y="4115126"/>
            <a:ext cx="4250265" cy="239077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="" xmlns:a16="http://schemas.microsoft.com/office/drawing/2014/main" id="{B0BBB7B9-7BCB-45A0-B51F-803905AEE0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4712" y="1403380"/>
            <a:ext cx="4267298" cy="23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8661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FACFB5B0-E69F-4779-A51C-37FDA8FF4EF3}"/>
              </a:ext>
            </a:extLst>
          </p:cNvPr>
          <p:cNvSpPr/>
          <p:nvPr/>
        </p:nvSpPr>
        <p:spPr>
          <a:xfrm>
            <a:off x="0" y="1"/>
            <a:ext cx="12192000" cy="956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62C461E-39CA-45ED-B914-2B4D6D0A696C}"/>
              </a:ext>
            </a:extLst>
          </p:cNvPr>
          <p:cNvSpPr txBox="1"/>
          <p:nvPr/>
        </p:nvSpPr>
        <p:spPr>
          <a:xfrm>
            <a:off x="967236" y="127626"/>
            <a:ext cx="4114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Accounts</a:t>
            </a:r>
            <a:endParaRPr lang="ko-KR" altLang="en-US" sz="3600" spc="-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55088" y="1108981"/>
            <a:ext cx="5428848" cy="2852057"/>
            <a:chOff x="720000" y="535023"/>
            <a:chExt cx="10800000" cy="5764977"/>
          </a:xfrm>
        </p:grpSpPr>
        <p:grpSp>
          <p:nvGrpSpPr>
            <p:cNvPr id="21" name="그룹 2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35023"/>
              <a:ext cx="10800000" cy="5764977"/>
              <a:chOff x="720000" y="535023"/>
              <a:chExt cx="10800000" cy="576497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모서리가 둥근 직사각형 28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5296229" y="535023"/>
                <a:ext cx="1599543" cy="3682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로그인</a:t>
                </a:r>
                <a:endParaRPr lang="ko-KR" altLang="en-US" sz="1200" dirty="0"/>
              </a:p>
            </p:txBody>
          </p:sp>
        </p:grpSp>
        <p:pic>
          <p:nvPicPr>
            <p:cNvPr id="22" name="그림 2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096000" y="1113905"/>
            <a:ext cx="5428848" cy="2849595"/>
            <a:chOff x="720000" y="540000"/>
            <a:chExt cx="10800000" cy="5760000"/>
          </a:xfrm>
        </p:grpSpPr>
        <p:grpSp>
          <p:nvGrpSpPr>
            <p:cNvPr id="31" name="그룹 3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40000"/>
              <a:ext cx="10800000" cy="5760000"/>
              <a:chOff x="720000" y="540000"/>
              <a:chExt cx="10800000" cy="5760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모서리가 둥근 직사각형 33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5210194" y="540000"/>
                <a:ext cx="1771610" cy="36325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회원가</a:t>
                </a:r>
                <a:r>
                  <a:rPr lang="ko-KR" altLang="en-US" sz="1200" dirty="0"/>
                  <a:t>입</a:t>
                </a:r>
              </a:p>
            </p:txBody>
          </p:sp>
        </p:grpSp>
        <p:pic>
          <p:nvPicPr>
            <p:cNvPr id="32" name="그림 3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67152" y="3815337"/>
            <a:ext cx="5428848" cy="2849595"/>
            <a:chOff x="720000" y="540000"/>
            <a:chExt cx="10800000" cy="5760000"/>
          </a:xfrm>
        </p:grpSpPr>
        <p:grpSp>
          <p:nvGrpSpPr>
            <p:cNvPr id="36" name="그룹 35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40000"/>
              <a:ext cx="10800000" cy="5760000"/>
              <a:chOff x="720000" y="540000"/>
              <a:chExt cx="10800000" cy="5760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모서리가 둥근 직사각형 38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4912465" y="540000"/>
                <a:ext cx="2415068" cy="3682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smtClean="0"/>
                  <a:t>비밀번호 변경</a:t>
                </a:r>
                <a:endParaRPr lang="ko-KR" altLang="en-US" sz="1200" dirty="0"/>
              </a:p>
            </p:txBody>
          </p:sp>
        </p:grpSp>
        <p:pic>
          <p:nvPicPr>
            <p:cNvPr id="37" name="그림 36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096000" y="3810413"/>
            <a:ext cx="5428848" cy="2852057"/>
            <a:chOff x="720000" y="535023"/>
            <a:chExt cx="10800000" cy="5764977"/>
          </a:xfrm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35023"/>
              <a:ext cx="10800000" cy="5764977"/>
              <a:chOff x="720000" y="535023"/>
              <a:chExt cx="10800000" cy="5764977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모서리가 둥근 직사각형 43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4077955" y="535023"/>
                <a:ext cx="4036086" cy="37818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회원탈퇴 및 로그아웃</a:t>
                </a:r>
                <a:endParaRPr lang="ko-KR" altLang="en-US" sz="1200" dirty="0"/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pic>
        <p:nvPicPr>
          <p:cNvPr id="45" name="그림 44">
            <a:extLst>
              <a:ext uri="{FF2B5EF4-FFF2-40B4-BE49-F238E27FC236}">
                <a16:creationId xmlns="" xmlns:a16="http://schemas.microsoft.com/office/drawing/2014/main" id="{BC48D68E-294D-47DB-AB4D-D83D38750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711" y="1386110"/>
            <a:ext cx="4267298" cy="239692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="" xmlns:a16="http://schemas.microsoft.com/office/drawing/2014/main" id="{561353A7-0BE3-444F-AB47-64B9D9FE3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863" y="4115125"/>
            <a:ext cx="4267298" cy="235207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="" xmlns:a16="http://schemas.microsoft.com/office/drawing/2014/main" id="{3991A03B-9095-4F97-AB2C-CCC45DC76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711" y="4115126"/>
            <a:ext cx="4267298" cy="235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1742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FACFB5B0-E69F-4779-A51C-37FDA8FF4EF3}"/>
              </a:ext>
            </a:extLst>
          </p:cNvPr>
          <p:cNvSpPr/>
          <p:nvPr/>
        </p:nvSpPr>
        <p:spPr>
          <a:xfrm>
            <a:off x="0" y="1"/>
            <a:ext cx="12192000" cy="956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62C461E-39CA-45ED-B914-2B4D6D0A696C}"/>
              </a:ext>
            </a:extLst>
          </p:cNvPr>
          <p:cNvSpPr txBox="1"/>
          <p:nvPr/>
        </p:nvSpPr>
        <p:spPr>
          <a:xfrm>
            <a:off x="967236" y="127626"/>
            <a:ext cx="4114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Community</a:t>
            </a:r>
            <a:endParaRPr lang="ko-KR" altLang="en-US" sz="3600" spc="-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55088" y="1093540"/>
            <a:ext cx="5428848" cy="2867498"/>
            <a:chOff x="720000" y="503811"/>
            <a:chExt cx="10800000" cy="5796189"/>
          </a:xfrm>
        </p:grpSpPr>
        <p:grpSp>
          <p:nvGrpSpPr>
            <p:cNvPr id="21" name="그룹 2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03811"/>
              <a:ext cx="10800000" cy="5796189"/>
              <a:chOff x="720000" y="503811"/>
              <a:chExt cx="10800000" cy="5796189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모서리가 둥근 직사각형 28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5208696" y="503811"/>
                <a:ext cx="1870605" cy="37320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smtClean="0"/>
                  <a:t>리뷰 목차</a:t>
                </a:r>
                <a:endParaRPr lang="ko-KR" altLang="en-US" sz="1200" dirty="0"/>
              </a:p>
            </p:txBody>
          </p:sp>
        </p:grpSp>
        <p:pic>
          <p:nvPicPr>
            <p:cNvPr id="22" name="그림 2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096000" y="1113905"/>
            <a:ext cx="5428848" cy="2849595"/>
            <a:chOff x="720000" y="540000"/>
            <a:chExt cx="10800000" cy="5760000"/>
          </a:xfrm>
        </p:grpSpPr>
        <p:grpSp>
          <p:nvGrpSpPr>
            <p:cNvPr id="31" name="그룹 3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40000"/>
              <a:ext cx="10800000" cy="5760000"/>
              <a:chOff x="720000" y="540000"/>
              <a:chExt cx="10800000" cy="5760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모서리가 둥근 직사각형 33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4358166" y="540000"/>
                <a:ext cx="3562369" cy="36325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err="1" smtClean="0"/>
                  <a:t>리뷰할</a:t>
                </a:r>
                <a:r>
                  <a:rPr lang="ko-KR" altLang="en-US" sz="1200" dirty="0" smtClean="0"/>
                  <a:t> 영화 검색</a:t>
                </a:r>
                <a:endParaRPr lang="ko-KR" altLang="en-US" sz="1200" dirty="0"/>
              </a:p>
            </p:txBody>
          </p:sp>
        </p:grpSp>
        <p:pic>
          <p:nvPicPr>
            <p:cNvPr id="32" name="그림 3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67152" y="3815337"/>
            <a:ext cx="5428848" cy="2849595"/>
            <a:chOff x="720000" y="540000"/>
            <a:chExt cx="10800000" cy="5760000"/>
          </a:xfrm>
        </p:grpSpPr>
        <p:grpSp>
          <p:nvGrpSpPr>
            <p:cNvPr id="36" name="그룹 35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40000"/>
              <a:ext cx="10800000" cy="5760000"/>
              <a:chOff x="720000" y="540000"/>
              <a:chExt cx="10800000" cy="5760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모서리가 둥근 직사각형 38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4912465" y="540000"/>
                <a:ext cx="2415068" cy="3682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리뷰 작성</a:t>
                </a:r>
                <a:endParaRPr lang="ko-KR" altLang="en-US" sz="1200" dirty="0"/>
              </a:p>
            </p:txBody>
          </p:sp>
        </p:grpSp>
        <p:pic>
          <p:nvPicPr>
            <p:cNvPr id="37" name="그림 36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D2B7AB60-F650-4FF3-AD71-3AF4B1DBB6A6}"/>
              </a:ext>
            </a:extLst>
          </p:cNvPr>
          <p:cNvGrpSpPr/>
          <p:nvPr/>
        </p:nvGrpSpPr>
        <p:grpSpPr>
          <a:xfrm>
            <a:off x="6096000" y="3810413"/>
            <a:ext cx="5428848" cy="2852057"/>
            <a:chOff x="720000" y="535023"/>
            <a:chExt cx="10800000" cy="5764977"/>
          </a:xfrm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592E9916-4762-4BAF-B4C0-548C650D841F}"/>
                </a:ext>
              </a:extLst>
            </p:cNvPr>
            <p:cNvGrpSpPr/>
            <p:nvPr/>
          </p:nvGrpSpPr>
          <p:grpSpPr>
            <a:xfrm>
              <a:off x="720000" y="535023"/>
              <a:ext cx="10800000" cy="5764977"/>
              <a:chOff x="720000" y="535023"/>
              <a:chExt cx="10800000" cy="5764977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="" xmlns:a16="http://schemas.microsoft.com/office/drawing/2014/main" id="{5683D94C-19F5-455D-BF16-C9B92F314273}"/>
                  </a:ext>
                </a:extLst>
              </p:cNvPr>
              <p:cNvSpPr/>
              <p:nvPr/>
            </p:nvSpPr>
            <p:spPr>
              <a:xfrm>
                <a:off x="720000" y="540000"/>
                <a:ext cx="10800000" cy="5760000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모서리가 둥근 직사각형 43">
                <a:extLst>
                  <a:ext uri="{FF2B5EF4-FFF2-40B4-BE49-F238E27FC236}">
                    <a16:creationId xmlns="" xmlns:a16="http://schemas.microsoft.com/office/drawing/2014/main" id="{06587715-F360-4FA0-98BE-92DD850D1FAD}"/>
                  </a:ext>
                </a:extLst>
              </p:cNvPr>
              <p:cNvSpPr/>
              <p:nvPr/>
            </p:nvSpPr>
            <p:spPr>
              <a:xfrm>
                <a:off x="4077955" y="535023"/>
                <a:ext cx="4036086" cy="37818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81D5EF"/>
                  </a:gs>
                  <a:gs pos="100000">
                    <a:srgbClr val="033367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200" dirty="0" smtClean="0"/>
                  <a:t>리뷰 삭제 및 수정기능</a:t>
                </a:r>
                <a:endParaRPr lang="ko-KR" altLang="en-US" sz="1200" dirty="0"/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="" xmlns:a16="http://schemas.microsoft.com/office/drawing/2014/main" id="{20B552B7-5D68-40C7-8AB7-E5890561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1378" y="1125125"/>
              <a:ext cx="8489244" cy="4775200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="" xmlns:a16="http://schemas.microsoft.com/office/drawing/2014/main" id="{A5668793-2D87-4904-B969-F586566F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00" y="1403379"/>
            <a:ext cx="4279362" cy="235993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="" xmlns:a16="http://schemas.microsoft.com/office/drawing/2014/main" id="{68136524-8142-4690-AB88-129F16F0D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711" y="1403379"/>
            <a:ext cx="4267298" cy="228279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="" xmlns:a16="http://schemas.microsoft.com/office/drawing/2014/main" id="{0AAE7C50-A5FE-4730-A1CD-EE3111D9B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863" y="4144759"/>
            <a:ext cx="4255235" cy="2319983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="" xmlns:a16="http://schemas.microsoft.com/office/drawing/2014/main" id="{61CA4F37-7C50-4A3D-ABF2-75BA68B904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711" y="4104812"/>
            <a:ext cx="4267298" cy="235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279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DA66CBC-A9FA-4730-8CCB-FDF9936382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B50CA64-932C-48A0-A49F-C439A2012AFC}"/>
              </a:ext>
            </a:extLst>
          </p:cNvPr>
          <p:cNvSpPr txBox="1"/>
          <p:nvPr/>
        </p:nvSpPr>
        <p:spPr>
          <a:xfrm>
            <a:off x="4619625" y="2415407"/>
            <a:ext cx="73342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spc="-150" dirty="0"/>
              <a:t>http://pjtyw.herokuapp.com/movies</a:t>
            </a:r>
            <a:r>
              <a:rPr lang="en-US" altLang="ko-KR" sz="3500" spc="-150" dirty="0" smtClean="0"/>
              <a:t>/</a:t>
            </a:r>
            <a:br>
              <a:rPr lang="en-US" altLang="ko-KR" sz="3500" spc="-150" dirty="0" smtClean="0"/>
            </a:br>
            <a:r>
              <a:rPr lang="ko-KR" altLang="en-US" sz="3500" spc="-150" dirty="0" smtClean="0"/>
              <a:t>사이트 에서 직접 경험할 수 있습니다</a:t>
            </a:r>
            <a:r>
              <a:rPr lang="en-US" altLang="ko-KR" sz="3500" spc="-150" dirty="0" smtClean="0"/>
              <a:t>.</a:t>
            </a:r>
            <a:endParaRPr lang="ko-KR" altLang="en-US" sz="3500" spc="-150" dirty="0"/>
          </a:p>
        </p:txBody>
      </p:sp>
    </p:spTree>
    <p:extLst>
      <p:ext uri="{BB962C8B-B14F-4D97-AF65-F5344CB8AC3E}">
        <p14:creationId xmlns:p14="http://schemas.microsoft.com/office/powerpoint/2010/main" val="365755586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7AD3CEB3-DF40-4E15-BE4F-B1699EF77E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86B4891-F735-4F6E-8651-1E6F56C7C58A}"/>
              </a:ext>
            </a:extLst>
          </p:cNvPr>
          <p:cNvSpPr txBox="1"/>
          <p:nvPr/>
        </p:nvSpPr>
        <p:spPr>
          <a:xfrm>
            <a:off x="2846555" y="2705725"/>
            <a:ext cx="64988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800" b="1" spc="600" dirty="0" smtClean="0">
                <a:solidFill>
                  <a:srgbClr val="3D3D3D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  <a:r>
              <a:rPr lang="en-US" altLang="ko-KR" sz="8800" b="1" spc="600" dirty="0" smtClean="0">
                <a:solidFill>
                  <a:srgbClr val="3D3D3D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8800" b="1" spc="600" dirty="0">
              <a:solidFill>
                <a:srgbClr val="3D3D3D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39289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bbb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425059"/>
      </a:accent1>
      <a:accent2>
        <a:srgbClr val="C7905A"/>
      </a:accent2>
      <a:accent3>
        <a:srgbClr val="F3DFBA"/>
      </a:accent3>
      <a:accent4>
        <a:srgbClr val="F0CAB6"/>
      </a:accent4>
      <a:accent5>
        <a:srgbClr val="F08820"/>
      </a:accent5>
      <a:accent6>
        <a:srgbClr val="867A6C"/>
      </a:accent6>
      <a:hlink>
        <a:srgbClr val="3F3F3F"/>
      </a:hlink>
      <a:folHlink>
        <a:srgbClr val="3F3F3F"/>
      </a:folHlink>
    </a:clrScheme>
    <a:fontScheme name="200525">
      <a:majorFont>
        <a:latin typeface="Arial Black"/>
        <a:ea typeface="나눔스퀘어 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140</Words>
  <Application>Microsoft Office PowerPoint</Application>
  <PresentationFormat>사용자 지정</PresentationFormat>
  <Paragraphs>43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jang9</cp:lastModifiedBy>
  <cp:revision>33</cp:revision>
  <dcterms:created xsi:type="dcterms:W3CDTF">2020-05-25T00:38:46Z</dcterms:created>
  <dcterms:modified xsi:type="dcterms:W3CDTF">2021-05-27T12:05:25Z</dcterms:modified>
</cp:coreProperties>
</file>